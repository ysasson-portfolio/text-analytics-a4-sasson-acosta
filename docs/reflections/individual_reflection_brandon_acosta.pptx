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7477CA-34DE-D7D0-EACF-8589C67261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Individual Reflection</a:t>
            </a:r>
            <a:br>
              <a:rPr lang="en-US" dirty="0"/>
            </a:br>
            <a:r>
              <a:rPr lang="en-US" dirty="0"/>
              <a:t>Assignment 4: NER Model	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85E37C5-0330-E90A-9EB6-765FB9C6B5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Brandon Acosta</a:t>
            </a:r>
          </a:p>
        </p:txBody>
      </p:sp>
    </p:spTree>
    <p:extLst>
      <p:ext uri="{BB962C8B-B14F-4D97-AF65-F5344CB8AC3E}">
        <p14:creationId xmlns:p14="http://schemas.microsoft.com/office/powerpoint/2010/main" val="299991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custom NER models (spaCy)</a:t>
            </a:r>
          </a:p>
          <a:p>
            <a:r>
              <a:t>Annotation quality impacts performance</a:t>
            </a:r>
          </a:p>
          <a:p>
            <a:r>
              <a:t>Evaluated using precision, recall, F1</a:t>
            </a:r>
          </a:p>
          <a:p>
            <a:r>
              <a:t>Collaboration improved workflow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Low performance on rare entities</a:t>
            </a:r>
          </a:p>
          <a:p>
            <a:r>
              <a:rPr dirty="0"/>
              <a:t>Solved with more data + corrections</a:t>
            </a:r>
          </a:p>
          <a:p>
            <a:r>
              <a:rPr dirty="0"/>
              <a:t>Confusing instructions → clarified approach</a:t>
            </a:r>
          </a:p>
          <a:p>
            <a:r>
              <a:rPr dirty="0"/>
              <a:t>Regex rules tested but limited success</a:t>
            </a:r>
            <a:r>
              <a:rPr lang="en-US" dirty="0"/>
              <a:t>, thus it was scrapped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Peer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contribution to </a:t>
            </a:r>
            <a:r>
              <a:rPr lang="en-US" dirty="0"/>
              <a:t>pretrained model and README file creation</a:t>
            </a:r>
            <a:endParaRPr dirty="0"/>
          </a:p>
          <a:p>
            <a:r>
              <a:rPr dirty="0"/>
              <a:t>Good collaboration and communication</a:t>
            </a:r>
            <a:endParaRPr lang="en-US" dirty="0"/>
          </a:p>
          <a:p>
            <a:r>
              <a:rPr lang="en-US" dirty="0"/>
              <a:t>Improved upon analysis, and did excellent job of catching errors/red flags in modeling</a:t>
            </a:r>
            <a:endParaRPr dirty="0"/>
          </a:p>
          <a:p>
            <a:r>
              <a:rPr dirty="0"/>
              <a:t>Overall Rating: </a:t>
            </a:r>
            <a:r>
              <a:rPr lang="en-US" dirty="0"/>
              <a:t>10</a:t>
            </a:r>
            <a:r>
              <a:rPr dirty="0"/>
              <a:t>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Clarify </a:t>
            </a:r>
            <a:r>
              <a:rPr lang="en-US" dirty="0"/>
              <a:t>Custom NER Model vs Pretrained model expectations from the start</a:t>
            </a:r>
            <a:endParaRPr dirty="0"/>
          </a:p>
          <a:p>
            <a:r>
              <a:rPr dirty="0"/>
              <a:t>Provide </a:t>
            </a:r>
            <a:r>
              <a:rPr lang="en-US" dirty="0"/>
              <a:t>clear rubric for evaluation like other assignments</a:t>
            </a:r>
            <a:endParaRPr dirty="0"/>
          </a:p>
          <a:p>
            <a:r>
              <a:rPr dirty="0"/>
              <a:t>Include example pipeline end-to-end</a:t>
            </a:r>
            <a:r>
              <a:rPr lang="en-US" dirty="0"/>
              <a:t> (no custom NER examples in GitHub that I could reference)</a:t>
            </a:r>
            <a:endParaRPr dirty="0"/>
          </a:p>
          <a:p>
            <a:r>
              <a:rPr dirty="0"/>
              <a:t>Reduce </a:t>
            </a:r>
            <a:r>
              <a:rPr lang="en-US" dirty="0"/>
              <a:t>complexity, and contradictions in instructions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146</Words>
  <Application>Microsoft Macintosh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Individual Reflection Assignment 4: NER Model </vt:lpstr>
      <vt:lpstr>What I Learned</vt:lpstr>
      <vt:lpstr>Challenges &amp; Solutions</vt:lpstr>
      <vt:lpstr>Peer Evaluation</vt:lpstr>
      <vt:lpstr>Assignment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Acosta, Brandon</cp:lastModifiedBy>
  <cp:revision>2</cp:revision>
  <dcterms:created xsi:type="dcterms:W3CDTF">2013-01-27T09:14:16Z</dcterms:created>
  <dcterms:modified xsi:type="dcterms:W3CDTF">2026-04-22T03:50:07Z</dcterms:modified>
  <cp:category/>
</cp:coreProperties>
</file>